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용어를 **빠르게 검색**하고 정의/예시 확인</a:t>
            </a:r>
          </a:p>
          <a:p>
            <a:r>
              <a:t>2) 용어를 **수정**해서 최신화(즉시 반영)</a:t>
            </a:r>
          </a:p>
          <a:p>
            <a:r>
              <a:t>3) 엑셀로 **다운로드/일괄 업로드**해서 대량 관리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**목표:** 용어를 찾고 카드 리스트를 보는 방법</a:t>
            </a:r>
          </a:p>
          <a:p>
            <a:r>
              <a:t>1) 검색창에 키워드 입력</a:t>
            </a:r>
          </a:p>
          <a:p>
            <a:r>
              <a:t>2) **[검색]** 버튼 클릭(또는 Enter)</a:t>
            </a:r>
          </a:p>
          <a:p>
            <a:r>
              <a:t>3) 아래에 카드 리스트가 표시됨</a:t>
            </a:r>
          </a:p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**팁**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결과 리스트에서 원하는 카드를 **클릭**</a:t>
            </a:r>
          </a:p>
          <a:p>
            <a:r>
              <a:t>2) 화면 하단(또는 데스크탑 우측)에 상세 영역이 뜸</a:t>
            </a:r>
          </a:p>
          <a:p>
            <a:r>
              <a:t>상세 영역에 나오는 정보</a:t>
            </a:r>
          </a:p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**목표:** ‘전략/AI/운영…’ 카테고리로만 좁혀보기</a:t>
            </a:r>
          </a:p>
          <a:p>
            <a:r>
              <a:t>1) “전체 카테고리” 드롭다운 클릭</a:t>
            </a:r>
          </a:p>
          <a:p>
            <a:r>
              <a:t>2) 카테고리 선택 (예: AI)</a:t>
            </a:r>
          </a:p>
          <a:p>
            <a:r>
              <a:t>3) 검색어 없이도 가능</a:t>
            </a:r>
          </a:p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**해결 팁**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&gt; 이 기능은 **LLM 설정이 켜져 있을 때만** 활성화됩니다.</a:t>
            </a:r>
          </a:p>
          <a:p>
            <a:r>
              <a:t>1) 검색했는데 “일치 항목 없음”</a:t>
            </a:r>
          </a:p>
          <a:p>
            <a:r>
              <a:t>2) **[없음 → 초안 생성]** 버튼 클릭</a:t>
            </a:r>
          </a:p>
          <a:p>
            <a:r>
              <a:t>3) 생성된 용어가 즉시 저장되고 상세로 표시됨</a:t>
            </a:r>
          </a:p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**목표:** 잘못된 정의/예시를 사용자가 직접 고치기</a:t>
            </a:r>
          </a:p>
          <a:p>
            <a:r>
              <a:t>1) 카드 클릭 → 상세 열기</a:t>
            </a:r>
          </a:p>
          <a:p>
            <a:r>
              <a:t>2) 상세 우측 아래 **[수정]** 클릭</a:t>
            </a:r>
          </a:p>
          <a:p>
            <a:r>
              <a:t>3) 입력 폼에서 내용 수정</a:t>
            </a:r>
          </a:p>
          <a:p>
            <a:r>
              <a:t>4) **[저장]** 클릭</a:t>
            </a:r>
          </a:p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**목표:** 현재 용어집을 엑셀로 내려받기</a:t>
            </a:r>
          </a:p>
          <a:p>
            <a:r>
              <a:t>1) 상단 **[엑셀 다운로드]** 클릭</a:t>
            </a:r>
          </a:p>
          <a:p>
            <a:r>
              <a:t>2) `.xlsx` 파일이 다운로드됨</a:t>
            </a:r>
          </a:p>
          <a:p>
            <a:r>
              <a:t>3) 공유/검토/백업에 활용</a:t>
            </a:r>
          </a:p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**목표:** 여러 용어를 한 번에 추가/수정</a:t>
            </a:r>
          </a:p>
          <a:p>
            <a:r>
              <a:t>1) 상단/업로드 영역에서 **파일 선택**</a:t>
            </a:r>
          </a:p>
          <a:p>
            <a:r>
              <a:t>2) `.xlsx` 파일 선택</a:t>
            </a:r>
          </a:p>
          <a:p>
            <a:r>
              <a:t>3) **[일괄 업로드(xlsx)]** 클릭</a:t>
            </a:r>
          </a:p>
          <a:p>
            <a:r>
              <a:t>4) 업로드 결과(추가/업데이트/스킵)가 화면에 표시됨</a:t>
            </a:r>
          </a:p>
          <a:p>
            <a:r>
              <a:t>[표시]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필수</a:t>
            </a:r>
          </a:p>
          <a:p>
            <a:r>
              <a:t>권장 컬럼</a:t>
            </a:r>
          </a:p>
          <a:p>
            <a:r>
              <a:t>작성 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제조 AI/DX 용어집 웹앱 - 사용방법 매뉴얼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(자동 생성된 매뉴얼 PPT)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제조 AI/DX 용어집 웹앱</a:t>
            </a:r>
          </a:p>
          <a:p>
            <a:pPr>
              <a:defRPr sz="2000"/>
            </a:pPr>
            <a:r>
              <a:t>사용방법 매뉴얼 (현업용)</a:t>
            </a:r>
          </a:p>
          <a:p>
            <a:pPr>
              <a:defRPr sz="2000"/>
            </a:pPr>
            <a:r>
              <a:t>버전 / 작성일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 웹앱으로 할 수 있는 일(3가지)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접속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주소: `http://{서버주소}:8080`</a:t>
            </a:r>
          </a:p>
          <a:p>
            <a:pPr>
              <a:defRPr sz="2000"/>
            </a:pPr>
            <a:r>
              <a:t>화면에서 보이는 핵심 영역</a:t>
            </a:r>
          </a:p>
          <a:p>
            <a:pPr>
              <a:defRPr sz="2000"/>
            </a:pPr>
            <a:r>
              <a:t>(1) 검색창</a:t>
            </a:r>
          </a:p>
          <a:p>
            <a:pPr>
              <a:defRPr sz="2000"/>
            </a:pPr>
            <a:r>
              <a:t>(2) 카테고리 필터</a:t>
            </a:r>
          </a:p>
          <a:p>
            <a:pPr>
              <a:defRPr sz="2000"/>
            </a:pPr>
            <a:r>
              <a:t>(3) 결과 리스트</a:t>
            </a:r>
          </a:p>
          <a:p>
            <a:pPr>
              <a:defRPr sz="2000"/>
            </a:pPr>
            <a:r>
              <a:t>(4) 상세/수정 영역</a:t>
            </a:r>
          </a:p>
          <a:p>
            <a:pPr>
              <a:defRPr sz="2000"/>
            </a:pPr>
            <a:r>
              <a:t>전체 화면 스샷 + 1~4 번호 매긴 라벨 붙이기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검색(기본)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예: `OEE`, `MES`, `RAG`, `예지보전`</a:t>
            </a:r>
          </a:p>
          <a:p>
            <a:pPr>
              <a:defRPr sz="2000"/>
            </a:pPr>
            <a:r>
              <a:t>검색창(빨간 박스)</a:t>
            </a:r>
          </a:p>
          <a:p>
            <a:pPr>
              <a:defRPr sz="2000"/>
            </a:pPr>
            <a:r>
              <a:t>검색 버튼(빨간 박스)</a:t>
            </a:r>
          </a:p>
          <a:p>
            <a:pPr>
              <a:defRPr sz="2000"/>
            </a:pPr>
            <a:r>
              <a:t>결과 카드 리스트(화살표)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검색 결과가 여러 개 나올 때(읽는 순서)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카드 1개에는 아래 정보가 요약됨</a:t>
            </a:r>
          </a:p>
          <a:p>
            <a:pPr>
              <a:defRPr sz="2000"/>
            </a:pPr>
            <a:r>
              <a:t>용어(KR)</a:t>
            </a:r>
          </a:p>
          <a:p>
            <a:pPr>
              <a:defRPr sz="2000"/>
            </a:pPr>
            <a:r>
              <a:t>약어/EN(있으면)</a:t>
            </a:r>
          </a:p>
          <a:p>
            <a:pPr>
              <a:defRPr sz="2000"/>
            </a:pPr>
            <a:r>
              <a:t>분류(카테고리)</a:t>
            </a:r>
          </a:p>
          <a:p>
            <a:pPr>
              <a:defRPr sz="2000"/>
            </a:pPr>
            <a:r>
              <a:t>한줄 정의</a:t>
            </a:r>
          </a:p>
          <a:p>
            <a:pPr>
              <a:defRPr sz="2000"/>
            </a:pPr>
            <a:r>
              <a:t>한줄 정의만 보고도 “맞는 용어”인지 1차 판단 가능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상세 보기(카드 클릭)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분류</a:t>
            </a:r>
          </a:p>
          <a:p>
            <a:pPr>
              <a:defRPr sz="2000"/>
            </a:pPr>
            <a:r>
              <a:t>한줄 정의</a:t>
            </a:r>
          </a:p>
          <a:p>
            <a:pPr>
              <a:defRPr sz="2000"/>
            </a:pPr>
            <a:r>
              <a:t>예시</a:t>
            </a:r>
          </a:p>
          <a:p>
            <a:pPr>
              <a:defRPr sz="2000"/>
            </a:pPr>
            <a:r>
              <a:t>KPI</a:t>
            </a:r>
          </a:p>
          <a:p>
            <a:pPr>
              <a:defRPr sz="2000"/>
            </a:pPr>
            <a:r>
              <a:t>혼동 용어</a:t>
            </a:r>
          </a:p>
          <a:p>
            <a:pPr>
              <a:defRPr sz="2000"/>
            </a:pPr>
            <a:r>
              <a:t>카드 클릭 위치 + 상세 영역 강조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카테고리 필터 사용법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카테고리만 선택하고 **[검색]**</a:t>
            </a:r>
          </a:p>
          <a:p>
            <a:pPr>
              <a:defRPr sz="2000"/>
            </a:pPr>
            <a:r>
              <a:t>드롭다운 강조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검색이 안 될 때 체크(자주 하는 실수)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띄어쓰기/대소문자 차이</a:t>
            </a:r>
          </a:p>
          <a:p>
            <a:pPr>
              <a:defRPr sz="2000"/>
            </a:pPr>
            <a:r>
              <a:t>예: `smart factory` vs `Smart Factory`</a:t>
            </a:r>
          </a:p>
          <a:p>
            <a:pPr>
              <a:defRPr sz="2000"/>
            </a:pPr>
            <a:r>
              <a:t>약어/영문으로도 검색 가능</a:t>
            </a:r>
          </a:p>
          <a:p>
            <a:pPr>
              <a:defRPr sz="2000"/>
            </a:pPr>
            <a:r>
              <a:t>예: `SCADA`, `ERP`</a:t>
            </a:r>
          </a:p>
          <a:p>
            <a:pPr>
              <a:defRPr sz="2000"/>
            </a:pPr>
            <a:r>
              <a:t>카테고리 필터가 걸려 있으면 결과가 줄어듦</a:t>
            </a:r>
          </a:p>
          <a:p>
            <a:pPr>
              <a:defRPr sz="2000"/>
            </a:pPr>
            <a:r>
              <a:t>카테고리를 “전체”로 돌리고 다시 검색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(선택) 검색 결과가 없을 때: 용어 자동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버튼 위치 강조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용어 수정(개별 수정)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수정 버튼 → 폼 → 저장 버튼 순서로 화살표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수정 시 권장 룰(품질 유지)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한줄 정의는 1~2문장으로 간결하게</a:t>
            </a:r>
          </a:p>
          <a:p>
            <a:pPr>
              <a:defRPr sz="2000"/>
            </a:pPr>
            <a:r>
              <a:t>예시는 ‘제조 현장 상황’으로 1개만 구체적으로</a:t>
            </a:r>
          </a:p>
          <a:p>
            <a:pPr>
              <a:defRPr sz="2000"/>
            </a:pPr>
            <a:r>
              <a:t>KPI는 3~6개 정도로 (너무 많으면 의미가 흐림)</a:t>
            </a:r>
          </a:p>
          <a:p>
            <a:pPr>
              <a:defRPr sz="2000"/>
            </a:pPr>
            <a:r>
              <a:t>혼동 용어는 유사 개념 1~3개만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엑셀 다운로드(백업/공유)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엑셀 다운로드 버튼 강조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엑셀 일괄 업로드(대량 반영)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파일 선택 → 업로드 버튼 → 결과 영역 강조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업로드 엑셀 형식(필수/권장)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1행: 헤더</a:t>
            </a:r>
          </a:p>
          <a:p>
            <a:pPr>
              <a:defRPr sz="2000"/>
            </a:pPr>
            <a:r>
              <a:t>`용어(KR)` 컬럼</a:t>
            </a:r>
          </a:p>
          <a:p>
            <a:pPr>
              <a:defRPr sz="2000"/>
            </a:pPr>
            <a:r>
              <a:t>`약어/EN`, `분류`, `한줄 정의`, `예시`, `KPI`, `혼동되는 용어`</a:t>
            </a:r>
          </a:p>
          <a:p>
            <a:pPr>
              <a:defRPr sz="2000"/>
            </a:pPr>
            <a:r>
              <a:t>KPI/혼동 용어는 `쉼표(,)` 또는 `줄바꿈`으로 나열 가능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업로드 시 동작 규칙(중요)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같은 `용어(KR)`가 있으면 **업데이트**로 처리</a:t>
            </a:r>
          </a:p>
          <a:p>
            <a:pPr>
              <a:defRPr sz="2000"/>
            </a:pPr>
            <a:r>
              <a:t>새로운 용어면 **추가**로 처리</a:t>
            </a:r>
          </a:p>
          <a:p>
            <a:pPr>
              <a:defRPr sz="2000"/>
            </a:pPr>
            <a:r>
              <a:t>빈 칸이 있으면:</a:t>
            </a:r>
          </a:p>
          <a:p>
            <a:pPr>
              <a:defRPr sz="2000"/>
            </a:pPr>
            <a:r>
              <a:t>LLM 기능이 켜진 경우에만 자동 채움 가능(설정 시)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해결(현업 기준)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화면이 안 뜸</a:t>
            </a:r>
          </a:p>
          <a:p>
            <a:pPr>
              <a:defRPr sz="2000"/>
            </a:pPr>
            <a:r>
              <a:t>주소/포트 확인, 사내망/VPN 확인</a:t>
            </a:r>
          </a:p>
          <a:p>
            <a:pPr>
              <a:defRPr sz="2000"/>
            </a:pPr>
            <a:r>
              <a:t>검색 결과가 이상함</a:t>
            </a:r>
          </a:p>
          <a:p>
            <a:pPr>
              <a:defRPr sz="2000"/>
            </a:pPr>
            <a:r>
              <a:t>카테고리 필터를 ‘전체’로</a:t>
            </a:r>
          </a:p>
          <a:p>
            <a:pPr>
              <a:defRPr sz="2000"/>
            </a:pPr>
            <a:r>
              <a:t>업로드 실패</a:t>
            </a:r>
          </a:p>
          <a:p>
            <a:pPr>
              <a:defRPr sz="2000"/>
            </a:pPr>
            <a:r>
              <a:t>헤더가 있는지, `용어(KR)` 컬럼이 있는지 확인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운영 팁(안전/품질)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대량 업로드 전:</a:t>
            </a:r>
          </a:p>
          <a:p>
            <a:pPr>
              <a:defRPr sz="2000"/>
            </a:pPr>
            <a:r>
              <a:t>엑셀 다운로드로 백업 권장</a:t>
            </a:r>
          </a:p>
          <a:p>
            <a:pPr>
              <a:defRPr sz="2000"/>
            </a:pPr>
            <a:r>
              <a:t>여러 사람이 동시에 수정하면:</a:t>
            </a:r>
          </a:p>
          <a:p>
            <a:pPr>
              <a:defRPr sz="2000"/>
            </a:pPr>
            <a:r>
              <a:t>마지막 저장이 반영됨(동시편집 충돌 가능)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개선 요청/추가 용어 요청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